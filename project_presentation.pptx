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75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040753"/>
      </p:ext>
    </p:extLst>
  </p:cSld>
  <p:clrMapOvr>
    <a:masterClrMapping/>
  </p:clrMapOvr>
  <p:transition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955189"/>
      </p:ext>
    </p:extLst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831025"/>
      </p:ext>
    </p:extLst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3380137"/>
      </p:ext>
    </p:extLst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972536"/>
      </p:ext>
    </p:extLst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5357969"/>
      </p:ext>
    </p:extLst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639784"/>
      </p:ext>
    </p:extLst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517780"/>
      </p:ext>
    </p:extLst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032351"/>
      </p:ext>
    </p:extLst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806338"/>
      </p:ext>
    </p:extLst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903413"/>
      </p:ext>
    </p:extLst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narHorz">
          <a:fgClr>
            <a:srgbClr val="987558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2366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</p:sldLayoutIdLst>
  <p:transition spd="slow">
    <p:randomBar dir="vert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Intelligent Workforce using Generative AI</a:t>
            </a:r>
          </a:p>
          <a:p>
            <a:r>
              <a:t>Radhika Singh</a:t>
            </a:r>
          </a:p>
        </p:txBody>
      </p:sp>
    </p:spTree>
  </p:cSld>
  <p:clrMapOvr>
    <a:masterClrMapping/>
  </p:clrMapOvr>
  <p:transition spd="slow">
    <p:randomBar dir="vert"/>
    <p:sndAc>
      <p:stSnd>
        <p:snd r:embed="rId2" name="applause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Generative AI helps employees automate tasks and generate content.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Employees spend time on repetitive tasks such as documentation and analysis.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 productivity</a:t>
            </a:r>
          </a:p>
          <a:p>
            <a:r>
              <a:t>Use AI for task assistance</a:t>
            </a:r>
          </a:p>
          <a:p>
            <a:r>
              <a:t>Demonstrate Generative AI usage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Machine Learning</a:t>
            </a:r>
          </a:p>
          <a:p>
            <a:r>
              <a:t>Generative AI APIs</a:t>
            </a:r>
          </a:p>
          <a:p>
            <a:r>
              <a:t>Web Interface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AI-based system that assists employees in daily work tasks</a:t>
            </a:r>
          </a:p>
        </p:txBody>
      </p:sp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</TotalTime>
  <Words>67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Gallery</vt:lpstr>
      <vt:lpstr>Project Title</vt:lpstr>
      <vt:lpstr>Introduction</vt:lpstr>
      <vt:lpstr>Problem Statement</vt:lpstr>
      <vt:lpstr>Objectives</vt:lpstr>
      <vt:lpstr>Technologies</vt:lpstr>
      <vt:lpstr>Expected Outcome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subject/>
  <dc:creator>Radhika</dc:creator>
  <cp:keywords/>
  <dc:description>generated using python-pptx</dc:description>
  <cp:lastModifiedBy>Radhika</cp:lastModifiedBy>
  <cp:revision>3</cp:revision>
  <dcterms:created xsi:type="dcterms:W3CDTF">2013-01-27T09:14:16Z</dcterms:created>
  <dcterms:modified xsi:type="dcterms:W3CDTF">2026-03-07T08:53:54Z</dcterms:modified>
  <cp:category/>
</cp:coreProperties>
</file>